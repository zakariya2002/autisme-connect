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7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resentation-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457200"/>
            <a:ext cx="365760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neurocare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Professionnels du Neuro Développement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près de chez vous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D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gratuite pour les familles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 •  Accompagner  •  Transformer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www.neuro-care.fr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constat alarmant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+700 000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enfants concernés par les TND en France
</a:t>
            </a:r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à 3 ans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d'attente moyenne pour obtenir un diagnostic
</a:t>
            </a:r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cruel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professionnels disponibles
</a:t>
            </a:r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Familles perdues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à la complexité du parcours de soin
</a:t>
            </a:r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trouver des professionnels qualifiés et vérifiés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familles ont besoin de solutions MAINTENANT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neurocare : La réponse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digitale qui connecte :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Familles &amp; Aidants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7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Professionnels qualifiés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Recherche simplifiée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Visibilité accrue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direct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des RDV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Gratuit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Développement clientèle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relation simple, rapide et sécurisée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Valeurs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nous guide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228600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F087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Bienveillance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L'humain au coeur de notre démarche, avec empathie et respect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011680"/>
            <a:ext cx="2560320" cy="2286000"/>
          </a:xfrm>
          <a:prstGeom prst="roundRect">
            <a:avLst/>
          </a:prstGeom>
          <a:solidFill>
            <a:srgbClr val="E8F5F5"/>
          </a:solidFill>
          <a:ln w="12700">
            <a:solidFill>
              <a:srgbClr val="027E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rigoureuse des diplômes et transparence des profils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60320" cy="22860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4100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simple, rapide et sans barrière financière pour les familles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Aidants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Famille / Aidant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avancée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 type de professionnel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 localisation et rayon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 spécialisation TND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 tarif, expérience, note</a:t>
            </a:r>
            <a:endParaRPr lang="en-US" sz="1400" dirty="0"/>
          </a:p>
        </p:txBody>
      </p:sp>
      <p:pic>
        <p:nvPicPr>
          <p:cNvPr id="7" name="Image 0" descr="./presentation-assets/picto-calen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4630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rendez-vous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0" y="2286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Réservation en ligne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Paiement sécurisé (Stripe)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Annulation gratuite 48h avant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Ajout au calendrier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Aidants (2/2)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Famille / Aidant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enfants/proches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Profils détaillés (TND, besoins)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 d'accompagnement (PPA)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Dossier avec documents</a:t>
            </a:r>
            <a:endParaRPr lang="en-US" sz="1300" dirty="0"/>
          </a:p>
        </p:txBody>
      </p:sp>
      <p:pic>
        <p:nvPicPr>
          <p:cNvPr id="7" name="Image 0" descr="./presentation-assets/picto-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4630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Messagerie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 en temps réel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Demandes de contact qualifiées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Historique des échanges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favoris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3749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Laisser des avis après les séances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Sauvegarder ses professionnels préférés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Professionnels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Professionnel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complet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Présentation, spécialisations, tarifs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 et vidéo de présentation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Badge "Vérifié"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DREETS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Upload des diplômes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Antécédents judiciaires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Assurance RC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Pièce d'identité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disponibilités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Calendrier personnalisable • Créneaux horaires • Jours de congé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Professionnels (2/2)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Professionnel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rendez-vous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Accepter/refuser les demandes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Suivi des séances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Facturation automatique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Séances en visio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Vidéoconférence intégrée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PIN sécurisé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Minuteur de séance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personnel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Rédiger des articles • Partager son expertise • Améliorer sa visibilité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Blog</a:t>
            </a:r>
            <a:endParaRPr lang="en-US" sz="2800" dirty="0"/>
          </a:p>
        </p:txBody>
      </p:sp>
      <p:pic>
        <p:nvPicPr>
          <p:cNvPr id="4" name="Image 0" descr="./presentation-assets/picto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280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de qualité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Articles rédigés par des professionnels vérifiés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Thématiques : TND, TSA, TDAH, troubles DYS...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Conseils pratiques pour les familles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Informer les familles sur les TND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Valoriser l'expertise des professionnels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Créer du contenu SEO pour la visibilité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Modération : Validation avant publication - Qualité garantie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Communauté</a:t>
            </a:r>
            <a:endParaRPr lang="en-US" sz="2800" dirty="0"/>
          </a:p>
        </p:txBody>
      </p:sp>
      <p:pic>
        <p:nvPicPr>
          <p:cNvPr id="4" name="Image 0" descr="./presentation-assets/picto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280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lieu d'échange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Forum de discussion entre familles et professionnels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Partage d'expériences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Entraide et soutien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Créer des posts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Commenter et réagir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 de publication anonyme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Modération du contenu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Briser l'isolement des familles et créer une communauté bienveillante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Confiance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Garanties de qualité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92024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7E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Diplômes vérifiés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DREETS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011680"/>
            <a:ext cx="192024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A9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sécurisé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743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(leader mondial)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192024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087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et comportements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192024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100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743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protégées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professions représentées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Catégorie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Éducatif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Éducateur spécialisé, Moniteur éducateur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Psychologie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Psychologue, Neuropsychologue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Thérapies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Psychomotricien, Orthophoniste, Ergothérapeute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Médical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Kinésithérapeute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Enseignant APA, Musicothérapeute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Spécialisations TND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TSA, TDAH, DYS (dyslexie, dyspraxie, dyscalculie...), TDI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marche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étapes simples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822960" cy="822960"/>
          </a:xfrm>
          <a:prstGeom prst="ellipse">
            <a:avLst/>
          </a:prstGeom>
          <a:solidFill>
            <a:srgbClr val="027E7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votre compte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Inscription gratuite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011680"/>
            <a:ext cx="822960" cy="822960"/>
          </a:xfrm>
          <a:prstGeom prst="ellipse">
            <a:avLst/>
          </a:prstGeom>
          <a:solidFill>
            <a:srgbClr val="3A9E9E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Filtrez par critères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2011680"/>
            <a:ext cx="822960" cy="822960"/>
          </a:xfrm>
          <a:prstGeom prst="ellipse">
            <a:avLst/>
          </a:prstGeom>
          <a:solidFill>
            <a:srgbClr val="6BBEBE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Contactez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Échangez directement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822960" cy="822960"/>
          </a:xfrm>
          <a:prstGeom prst="ellipse">
            <a:avLst/>
          </a:prstGeom>
          <a:solidFill>
            <a:srgbClr val="9B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Réservez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RDV en ligne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pour les familles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professionnels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Avantages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E7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Gratuit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conversation, profil basique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08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X€/mois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Illimité, priorité, blog, badge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Commission sur les rendez-vous réservés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durable et équitable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L'équipe</a:t>
            </a:r>
            <a:endParaRPr lang="en-US" sz="2800" dirty="0"/>
          </a:p>
        </p:txBody>
      </p:sp>
      <p:pic>
        <p:nvPicPr>
          <p:cNvPr id="4" name="Image 0" descr="./presentation-assets/picto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2801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visages derrière le projet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188720" y="1920240"/>
            <a:ext cx="1097280" cy="1097280"/>
          </a:xfrm>
          <a:prstGeom prst="ellipse">
            <a:avLst/>
          </a:prstGeom>
          <a:solidFill>
            <a:srgbClr val="027E7E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Zakariya B.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Fondateur &amp; Développeur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social et technologie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0" y="1920240"/>
            <a:ext cx="1097280" cy="1097280"/>
          </a:xfrm>
          <a:prstGeom prst="ellipse">
            <a:avLst/>
          </a:prstGeom>
          <a:solidFill>
            <a:srgbClr val="3A9E9E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832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 L.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Éducatrice Spécialisée DEES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ans d'expérience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1920240"/>
            <a:ext cx="1097280" cy="1097280"/>
          </a:xfrm>
          <a:prstGeom prst="ellipse">
            <a:avLst/>
          </a:prstGeom>
          <a:solidFill>
            <a:srgbClr val="6BBEBE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30936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Sophie P.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Ambassadrice Familles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Maman d'un enfant TSA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1168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7E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011680"/>
            <a:ext cx="201168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A9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A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201168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087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Rendez-vous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011680"/>
            <a:ext cx="201168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100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4.X/5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en croissance constante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800" dirty="0"/>
          </a:p>
        </p:txBody>
      </p:sp>
      <p:pic>
        <p:nvPicPr>
          <p:cNvPr id="4" name="Image 0" descr="./presentation-assets/picto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2801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Évolutions prévues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7E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terme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mobile iOS/Android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Intégration calendriers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Notifications push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87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terme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56616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Téléconsultation améliorée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Partenariats MDPH/ARS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Crédit d'impôt auto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00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Extension nationale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IA de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Parcours de soin intégré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Partenariats recherchés</a:t>
            </a:r>
            <a:endParaRPr lang="en-US" sz="2800" dirty="0"/>
          </a:p>
        </p:txBody>
      </p:sp>
      <p:pic>
        <p:nvPicPr>
          <p:cNvPr id="4" name="Image 0" descr="./presentation-assets/picto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2801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Travaillons ensemble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7E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ARS, MDPH, CAF,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Conseils départementaux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F087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médico-sociales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83280" y="2560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IME, SESSAD, CAMSP,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familles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100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0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09360" y="2560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IRTS, Universités,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Organismes de formation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7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nous soutenir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social fort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les délais d'accès aux soins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Faciliter le quotidien des familles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Valoriser les professionnels du secteur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Moderniser le médico-social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du lien dans une communauté bienveillante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Ensemble, changeons la donne !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7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resentation-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274320"/>
            <a:ext cx="365760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Rejoignez-nous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www.neuro-care.fr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contact@neuro-care.fr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 !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DF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neurocare - Connecter, accompagner, transformer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NeuroCare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NeuroCare</dc:title>
  <dc:subject>Plateforme de mise en relation pour l'accompagnement du neurodéveloppement</dc:subject>
  <dc:creator>NeuroCare</dc:creator>
  <cp:lastModifiedBy>NeuroCare</cp:lastModifiedBy>
  <cp:revision>1</cp:revision>
  <dcterms:created xsi:type="dcterms:W3CDTF">2025-12-25T09:24:11Z</dcterms:created>
  <dcterms:modified xsi:type="dcterms:W3CDTF">2025-12-25T09:24:11Z</dcterms:modified>
</cp:coreProperties>
</file>